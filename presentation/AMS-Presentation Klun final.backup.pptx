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72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v1.0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ครบวงจร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ระบบลา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65176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 ระบบ 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รายงาน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สำหรับองค์กร 460+ คน · 2 ฝ่าย (Office / ผลิต) · 5 ระดับสิทธิ์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ทั้งหมดในระบบ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ครอบคลุมงาน HR ด้านการลาและ OT ตั้งแต่ต้นจนจบ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7033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46304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สร้างใบลาแทนพนักงาน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เลือกหลายวันได้ในใบเดียว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 ปีต่อปี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703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Day/Night shift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พนักงานแต่ละคนเลือกสายรถได้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 + ยกเลิก 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366760" y="1280160"/>
            <a:ext cx="3703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64108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8641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41832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อนุมัติ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Multi-step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4108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 step / ผลิต 3 step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 1 คลิก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แจ้งทุกขั้นตอน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411480" y="4023360"/>
            <a:ext cx="37033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46304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ข้อมูลหลัก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 · ฝ่าย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· สิทธิ์พักร้อน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· วันหยุด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4389120" y="4023360"/>
            <a:ext cx="37033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4663440" y="42976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46634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540" dirty="0"/>
          </a:p>
        </p:txBody>
      </p:sp>
      <p:sp>
        <p:nvSpPr>
          <p:cNvPr id="37" name="Text 35"/>
          <p:cNvSpPr/>
          <p:nvPr/>
        </p:nvSpPr>
        <p:spPr>
          <a:xfrm>
            <a:off x="544068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&amp; ดาวน์โหลด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 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Report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Report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+ Export Excel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Shape 39"/>
          <p:cNvSpPr/>
          <p:nvPr/>
        </p:nvSpPr>
        <p:spPr>
          <a:xfrm>
            <a:off x="8366760" y="4023360"/>
            <a:ext cx="3703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8641080" y="42976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86410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540" dirty="0"/>
          </a:p>
        </p:txBody>
      </p:sp>
      <p:sp>
        <p:nvSpPr>
          <p:cNvPr id="44" name="Text 42"/>
          <p:cNvSpPr/>
          <p:nvPr/>
        </p:nvSpPr>
        <p:spPr>
          <a:xfrm>
            <a:off x="941832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1832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สีตามสถานะ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ลิงก์เข้าระบบในเมล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รายละเอียดครบทุกฉบับ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ระบบจัดการการลา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ลาแบบช่วง หรือเลือกหลายวันก็ได้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ลาวันที่ 1, 4, 7 ในใบเดียว — ระบบเข้าใจ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ตรวจสิทธิ์อัตโนมัติ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เช็คตามอายุงาน (Vacation Tier) + ป้องกันลาเกินสิทธิ์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Carry-over วันลา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โอนเข้าปีถัดไป (ไม่เกินเพดาน 5 วัน) อัตโนมัติ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 → HR 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ใบที่อนุมัติแล้ว ต้อง HR approve ก่อน + คืน balance ให้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72237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เขียวสีม่วง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รูปแบบการเลือกวัน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20040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7086600" y="32004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ช่วงวันต่อเนื่อง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72600" y="3200400"/>
            <a:ext cx="1874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9372600" y="3200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 เลือกหลายวัน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3749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วันที่ลา (เลือกแล้ว 3 วัน)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86600" y="39776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7086600" y="3977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ก.ค. 2569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58200" y="39776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8458200" y="3977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ก.ค. 2569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829800" y="39776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9829800" y="3977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ก.ค. 2569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86600" y="448056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722376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607040" y="4480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วัน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509760" y="53949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9509760" y="5394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 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ระบบจัดการ 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เลือกกะ Day / Night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 preset 6 ช่วงเวลามาตรฐาน — คลิกครั้งเดียวพอ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หลายพนักงาน + สายรถต่างกัน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พนักงานแต่ละคนนั่งรถคนละสายในเอกสารใบเดียวได้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 OT แบบ batch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เลือกทั้งเอกสาร / เลือกหลายคน / รายบุคคล — ให้ HR approve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 ไม่มาทำ OT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 HR → ตัดชื่อพนักงานออก + ปรับชั่วโมงอัตโนมัติ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7086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☀  Day (กะกลางวัน)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72600" y="2560320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9372600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🌙 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329184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72237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07:30 - 16:10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241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37033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722376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07:30 - 19:30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24160" y="3703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411480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7223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17:00 - 19:30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4114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86600" y="475488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722376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🚌  สายรถของแต่ละคน · 5 พนักงาน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600" y="530352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7223760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ชั่วโมง × 5 คน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Workflow อนุมัติ + รายงาน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Flow &amp; Reports</a:t>
            </a:r>
            <a:endParaRPr lang="en-US" sz="28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76BA341-6B56-C8A3-75A7-D6FE64C8C3F6}"/>
              </a:ext>
            </a:extLst>
          </p:cNvPr>
          <p:cNvGrpSpPr/>
          <p:nvPr/>
        </p:nvGrpSpPr>
        <p:grpSpPr>
          <a:xfrm>
            <a:off x="640080" y="2616793"/>
            <a:ext cx="10972800" cy="1508760"/>
            <a:chOff x="640080" y="1554480"/>
            <a:chExt cx="10972800" cy="1508760"/>
          </a:xfrm>
        </p:grpSpPr>
        <p:sp>
          <p:nvSpPr>
            <p:cNvPr id="7" name="Text 5"/>
            <p:cNvSpPr/>
            <p:nvPr/>
          </p:nvSpPr>
          <p:spPr>
            <a:xfrm>
              <a:off x="640080" y="1554480"/>
              <a:ext cx="10972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Workflow การอนุมัติ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196596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Office (2 step)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228600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4F46E5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Text 8"/>
            <p:cNvSpPr/>
            <p:nvPr/>
          </p:nvSpPr>
          <p:spPr>
            <a:xfrm>
              <a:off x="685800" y="239572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F46E5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หัวหน้า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85800" y="269748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สร้างใบ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286000" y="2377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651760" y="228600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4" name="Text 12"/>
            <p:cNvSpPr/>
            <p:nvPr/>
          </p:nvSpPr>
          <p:spPr>
            <a:xfrm>
              <a:off x="2697480" y="239572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ผจก.แผนก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697480" y="269748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297680" y="2377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63440" y="228600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8" name="Text 16"/>
            <p:cNvSpPr/>
            <p:nvPr/>
          </p:nvSpPr>
          <p:spPr>
            <a:xfrm>
              <a:off x="4709160" y="239572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 ✓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709160" y="269748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เสร็จ</a:t>
              </a:r>
              <a:endParaRPr lang="en-US" sz="9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F3879C4-413A-80ED-C66A-B7CE3351C07A}"/>
              </a:ext>
            </a:extLst>
          </p:cNvPr>
          <p:cNvGrpSpPr/>
          <p:nvPr/>
        </p:nvGrpSpPr>
        <p:grpSpPr>
          <a:xfrm>
            <a:off x="6863311" y="354998"/>
            <a:ext cx="5161049" cy="4469837"/>
            <a:chOff x="6583680" y="1691640"/>
            <a:chExt cx="5120640" cy="4434840"/>
          </a:xfrm>
        </p:grpSpPr>
        <p:sp>
          <p:nvSpPr>
            <p:cNvPr id="41" name="Shape 39"/>
            <p:cNvSpPr/>
            <p:nvPr/>
          </p:nvSpPr>
          <p:spPr>
            <a:xfrm>
              <a:off x="6583680" y="1691640"/>
              <a:ext cx="5120640" cy="4434840"/>
            </a:xfrm>
            <a:prstGeom prst="roundRect">
              <a:avLst>
                <a:gd name="adj" fmla="val 24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2" name="Shape 40"/>
            <p:cNvSpPr/>
            <p:nvPr/>
          </p:nvSpPr>
          <p:spPr>
            <a:xfrm>
              <a:off x="6583680" y="1691640"/>
              <a:ext cx="5120640" cy="9144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3" name="Text 41"/>
            <p:cNvSpPr/>
            <p:nvPr/>
          </p:nvSpPr>
          <p:spPr>
            <a:xfrm>
              <a:off x="6766560" y="1874520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📊  รายงาน + Excel Export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766560" y="2194560"/>
              <a:ext cx="47548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ดูข้อมูลในตาราง + กรอง + ดาวน์โหลด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766560" y="4572000"/>
              <a:ext cx="4754880" cy="1828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6" name="Shape 44"/>
            <p:cNvSpPr/>
            <p:nvPr/>
          </p:nvSpPr>
          <p:spPr>
            <a:xfrm>
              <a:off x="7014754" y="3566160"/>
              <a:ext cx="502920" cy="100584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7" name="Text 45"/>
            <p:cNvSpPr/>
            <p:nvPr/>
          </p:nvSpPr>
          <p:spPr>
            <a:xfrm>
              <a:off x="6923314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ม.ค.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7765869" y="3200400"/>
              <a:ext cx="502920" cy="137160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9" name="Text 47"/>
            <p:cNvSpPr/>
            <p:nvPr/>
          </p:nvSpPr>
          <p:spPr>
            <a:xfrm>
              <a:off x="7674429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ก.พ.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8516983" y="3840480"/>
              <a:ext cx="502920" cy="7315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1" name="Text 49"/>
            <p:cNvSpPr/>
            <p:nvPr/>
          </p:nvSpPr>
          <p:spPr>
            <a:xfrm>
              <a:off x="8425543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มี.ค.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9268097" y="2926080"/>
              <a:ext cx="502920" cy="164592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3" name="Text 51"/>
            <p:cNvSpPr/>
            <p:nvPr/>
          </p:nvSpPr>
          <p:spPr>
            <a:xfrm>
              <a:off x="9176657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เม.ย.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0019211" y="3383280"/>
              <a:ext cx="502920" cy="11887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5" name="Text 53"/>
            <p:cNvSpPr/>
            <p:nvPr/>
          </p:nvSpPr>
          <p:spPr>
            <a:xfrm>
              <a:off x="9927771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พ.ค.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0770326" y="3017520"/>
              <a:ext cx="502920" cy="155448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7" name="Text 55"/>
            <p:cNvSpPr/>
            <p:nvPr/>
          </p:nvSpPr>
          <p:spPr>
            <a:xfrm>
              <a:off x="10678886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มิ.ย.</a:t>
              </a:r>
              <a:endParaRPr lang="en-US" sz="9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766560" y="4937760"/>
              <a:ext cx="4754880" cy="36576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9" name="Text 57"/>
            <p:cNvSpPr/>
            <p:nvPr/>
          </p:nvSpPr>
          <p:spPr>
            <a:xfrm>
              <a:off x="6903720" y="4937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Leave Monthly Report</a:t>
              </a:r>
              <a:endParaRPr lang="en-US" sz="11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0515600" y="49834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61" name="Text 59"/>
            <p:cNvSpPr/>
            <p:nvPr/>
          </p:nvSpPr>
          <p:spPr>
            <a:xfrm>
              <a:off x="10515600" y="49834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6766560" y="5394960"/>
              <a:ext cx="4754880" cy="36576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63" name="Text 61"/>
            <p:cNvSpPr/>
            <p:nvPr/>
          </p:nvSpPr>
          <p:spPr>
            <a:xfrm>
              <a:off x="6903720" y="53949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OT Summary Report</a:t>
              </a:r>
              <a:endParaRPr lang="en-US" sz="11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10515600" y="54406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65" name="Text 63"/>
            <p:cNvSpPr/>
            <p:nvPr/>
          </p:nvSpPr>
          <p:spPr>
            <a:xfrm>
              <a:off x="10515600" y="5440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</p:grpSp>
      <p:sp>
        <p:nvSpPr>
          <p:cNvPr id="66" name="Text 6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6</a:t>
            </a:r>
            <a:endParaRPr lang="en-US" sz="9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18F957F-9385-00CB-DAB8-B4C4ACAF7223}"/>
              </a:ext>
            </a:extLst>
          </p:cNvPr>
          <p:cNvGrpSpPr/>
          <p:nvPr/>
        </p:nvGrpSpPr>
        <p:grpSpPr>
          <a:xfrm>
            <a:off x="640080" y="4206236"/>
            <a:ext cx="7697289" cy="2025127"/>
            <a:chOff x="640080" y="3695250"/>
            <a:chExt cx="7697289" cy="2025127"/>
          </a:xfrm>
        </p:grpSpPr>
        <p:sp>
          <p:nvSpPr>
            <p:cNvPr id="20" name="Text 18"/>
            <p:cNvSpPr/>
            <p:nvPr/>
          </p:nvSpPr>
          <p:spPr>
            <a:xfrm>
              <a:off x="640080" y="369525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ผลิต (3 step)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40080" y="401529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4F46E5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2" name="Text 20"/>
            <p:cNvSpPr/>
            <p:nvPr/>
          </p:nvSpPr>
          <p:spPr>
            <a:xfrm>
              <a:off x="685800" y="412501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F46E5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หัวหน้า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5800" y="442677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สร้างใบ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286000" y="410673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651760" y="401529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6" name="Text 24"/>
            <p:cNvSpPr/>
            <p:nvPr/>
          </p:nvSpPr>
          <p:spPr>
            <a:xfrm>
              <a:off x="2697480" y="412501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ผจก.แผนก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697480" y="442677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297680" y="410673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63440" y="401529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0" name="Text 28"/>
            <p:cNvSpPr/>
            <p:nvPr/>
          </p:nvSpPr>
          <p:spPr>
            <a:xfrm>
              <a:off x="4709160" y="412501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ผจก.โรงงาน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09160" y="442677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309360" y="410673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40080" y="4988857"/>
              <a:ext cx="5486400" cy="731520"/>
            </a:xfrm>
            <a:prstGeom prst="roundRect">
              <a:avLst>
                <a:gd name="adj" fmla="val 10000"/>
              </a:avLst>
            </a:prstGeom>
            <a:solidFill>
              <a:srgbClr val="F0FDF4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7" name="Shape 35"/>
            <p:cNvSpPr/>
            <p:nvPr/>
          </p:nvSpPr>
          <p:spPr>
            <a:xfrm>
              <a:off x="777240" y="5140002"/>
              <a:ext cx="411480" cy="411480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8" name="Text 36"/>
            <p:cNvSpPr/>
            <p:nvPr/>
          </p:nvSpPr>
          <p:spPr>
            <a:xfrm>
              <a:off x="777240" y="514000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9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★</a:t>
              </a:r>
              <a:endParaRPr lang="en-US" sz="99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325880" y="5021130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65F46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HR Admin คลิกเดียวจบ</a:t>
              </a:r>
              <a:endParaRPr lang="en-US" sz="1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325880" y="5295450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65F46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ไม่ต้องผ่าน 2-3 step — fast-track ตรงไป APPROVED</a:t>
              </a:r>
              <a:endParaRPr lang="en-US" sz="10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8B1592C-F985-3115-3AF1-79872D98C1F0}"/>
                </a:ext>
              </a:extLst>
            </p:cNvPr>
            <p:cNvGrpSpPr/>
            <p:nvPr/>
          </p:nvGrpSpPr>
          <p:grpSpPr>
            <a:xfrm>
              <a:off x="6645729" y="4029006"/>
              <a:ext cx="1691640" cy="777240"/>
              <a:chOff x="3771900" y="5615492"/>
              <a:chExt cx="1691640" cy="777240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3771900" y="5615492"/>
                <a:ext cx="1691640" cy="77724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9050">
                <a:solidFill>
                  <a:srgbClr val="10B981"/>
                </a:solidFill>
                <a:prstDash val="solid"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3817620" y="5725220"/>
                <a:ext cx="160020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0B981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อนุมัติ ✓</a:t>
                </a:r>
                <a:endParaRPr lang="en-US" sz="12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3817620" y="6026972"/>
                <a:ext cx="160020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เสร็จ</a:t>
                </a:r>
                <a:endParaRPr lang="en-US" sz="900"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AMS?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ฟีเจอร์เด่นที่ทำให้ระบบนี้ใช้งานได้จริงในองค์กร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🇹🇭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4173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พ.ศ. ทั้งระบบ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วันที่ทุกหน้าใช้ปฏิทินไทย ผู้ใช้คุ้นเคย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53035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ครบทุกขั้นตอน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หัวเมลสีตามสถานะ + ลิงก์เข้าระบบ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8275320" y="192024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549640" y="2240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8549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🔐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91897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· ผจก.แผนก · ผจก.โรงงาน · HR ·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⚡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4173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โอนปีหน้าอัตโนมัติ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389120" y="36576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46634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3035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ตั้งเวลาตัดยอดสร้าง/อนุมัติได้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8275320" y="36576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8549640" y="3977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8549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91897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+ Excel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กรองแล้วดาวน์โหลดได้ทันที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พร้อมใช้งานวันนี้ — รองรับ 460+ พนักงาน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698</Words>
  <Application>Microsoft Macintosh PowerPoint</Application>
  <PresentationFormat>Widescreen</PresentationFormat>
  <Paragraphs>179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Attendance Management System</dc:title>
  <dc:subject>PptxGenJS Presentation</dc:subject>
  <dc:creator>AMS Team</dc:creator>
  <cp:lastModifiedBy>Sittichai Kimkitikulvilai</cp:lastModifiedBy>
  <cp:revision>2</cp:revision>
  <dcterms:created xsi:type="dcterms:W3CDTF">2026-05-28T04:47:55Z</dcterms:created>
  <dcterms:modified xsi:type="dcterms:W3CDTF">2026-05-28T05:00:09Z</dcterms:modified>
</cp:coreProperties>
</file>