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315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v1.0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Attendance Management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ระบบบริหารจัดการการลาและ OT ครบวงจร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 ระบบลา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  ระบบ 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  รายงาน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สำหรับองค์กร 460+ คน · 2 ฝ่าย (Office / ผลิต) · 5 ระดับสิทธิ์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ทั้งหมดในระบบ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modules ครอบคลุมงาน HR ด้านการลาและ OT ตั้งแต่ต้นจนจบ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370332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46304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ระบบจัดการการลา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ลาครึ่งวัน เช้า/บ่าย ใช้ทุกประเภท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หัวหน้าเห็นสิทธิ์ลูกน้องทั้งทีม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รหัสประเภทการลา + Export Excel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280160"/>
            <a:ext cx="3703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5544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544068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 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Overtime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สายรถผูก default ต่อพนักงาน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Approve/Reject รายคน + Cross-dept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สรุปสายรถ · Filter กะ · OT วันหยุด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6676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1280160"/>
            <a:ext cx="3703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1080" y="1554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941832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อนุมัติ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832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Multi-step Approval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4108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Office 2 step / ผลิต 3 step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+ รายคน Approve/Reject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แจ้งทุกขั้นตอน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023360"/>
            <a:ext cx="37033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2976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👥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146304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ข้อมูลหลัก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304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· แผนก · ฝ่าย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ประเภทการลา + เหตุผลปฏิเสธ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 default ต่อพนักงาน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4023360"/>
            <a:ext cx="370332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429768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</a:t>
            </a:r>
            <a:endParaRPr lang="en-US" sz="1540" dirty="0"/>
          </a:p>
        </p:txBody>
      </p:sp>
      <p:sp>
        <p:nvSpPr>
          <p:cNvPr id="37" name="Text 35"/>
          <p:cNvSpPr/>
          <p:nvPr/>
        </p:nvSpPr>
        <p:spPr>
          <a:xfrm>
            <a:off x="544068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&amp; ดาวน์โหลด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4068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&amp; Excel Export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Monthly + รหัส code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Summary + สรุปสายรถ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 ตามกะ + Export Excel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6676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6760" y="4023360"/>
            <a:ext cx="37033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41080" y="42976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📧</a:t>
            </a:r>
            <a:endParaRPr lang="en-US" sz="1540" dirty="0"/>
          </a:p>
        </p:txBody>
      </p:sp>
      <p:sp>
        <p:nvSpPr>
          <p:cNvPr id="44" name="Text 42"/>
          <p:cNvSpPr/>
          <p:nvPr/>
        </p:nvSpPr>
        <p:spPr>
          <a:xfrm>
            <a:off x="941832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การแจ้งเตือน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41832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Notifications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4108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สีตามสถานะ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FYI Email ข้ามแผนก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รายละเอียดครบทุกฉบับ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1 · ระบบจัดการการลา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ลาครึ่งวัน เช้า/บ่าย + เลือกหลายวัน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ใช้ได้ทุกประเภทการลา ไม่ต้องระบุเวลา — ผสมเต็มวัน + ครึ่งวันในใบเดียวได้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123444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หัวหน้าเห็นสิทธิ์ลูกน้องทั้งทีม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ดูยอดวันลาคงเหลือของลูกน้องก่อนสร้างใบลาได้ทันที — ไม่ต้องถาม HR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12344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เหตุผลปฏิเสธ — Dropdown + อธิบายเพิ่ม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กำหนด Master เอง (LRR001, LRR002, …) + Bulk Approve/Reject ทีละหลายใบ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12344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รหัสประเภทการลา (Code) แสดงทุกที่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166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List · Detail · Email · Excel (export ได้) — เช่น VACATION-ลาพักร้อน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46304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15544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14032" y="1554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78624" y="1554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leave / create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60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86600" y="2560320"/>
            <a:ext cx="438912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25603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A-092 — ศรีไพบูลย์ เขียวสีม่วง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86600" y="3017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เลือกวันลา *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86600" y="3200400"/>
            <a:ext cx="43891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3200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คลิกเพื่อเลือกวัน — จะถูกเพิ่มลงรายการอัตโนมัติ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01400" y="32004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86600" y="3611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เลือกแล้ว 3 รายการ (2.5 วัน)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0" y="361188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ล้างทั้งหมด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86600" y="3840480"/>
            <a:ext cx="43891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78040" y="39044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11 ก.ค. 2569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41080" y="393192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0" y="3931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363456" y="393192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63456" y="3931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085832" y="393192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85832" y="3931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247120" y="39044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78040" y="4187952"/>
            <a:ext cx="42062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78040" y="4215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15 ก.ค. 2569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641080" y="42428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41080" y="424281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363456" y="42428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63456" y="424281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085832" y="42428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85832" y="424281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247120" y="421538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178040" y="4498848"/>
            <a:ext cx="42062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040" y="4526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16 ก.ค. 2569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641080" y="45537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41080" y="45537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363456" y="45537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63456" y="45537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085832" y="45537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85832" y="45537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1247120" y="4526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086600" y="491947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คลิก เต็มวัน / ครึ่งเช้า / ครึ่งบ่าย เพื่อเปลี่ยนสำหรับแต่ละวัน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086600" y="516636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23760" y="5166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รวมวันลา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424160" y="5166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 วัน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9509760" y="539496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509760" y="5394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บันทึกและส่งอนุมัติ →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2 · ระบบจัดการ 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Overtime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สายรถผูก default ต่อพนักงาน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ติ๊กพนักงาน → สายรถ auto-fill จาก default — Override รายคนได้ถ้ามีการเปลี่ยนแปลง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123444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ลักษณะงาน + Remark รายคน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แต่ละคนกรอกลักษณะงานต่างกันได้ + Remark กรณีอยู่ต่อ/เลิกก่อนเวลา · รองรับ OT วันหยุด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12344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Approve/Reject รายคน + Cross-dept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ผู้อนุมัติเลือกรายชื่อ → คนติ๊ก approved, ไม่ติ๊ก ผ่าน · ส่ง FYI email หัวหน้าแผนกต้นสังกัด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12344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OT ครบทุกมุม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166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สรุปสายรถ × คน × วัน + Filter ตามกะ Day/Night + Excel 2 sheet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46304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15544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14032" y="1554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78624" y="1554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ot / create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60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OT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86600" y="25603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☀  Day (กะกลางวัน)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72600" y="2560320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2560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🌙  Night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86600" y="329184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3291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07:30 - 16:10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424160" y="3291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8.67 ชม.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86600" y="370332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07:30 - 19:30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424160" y="3703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12.00 ชม.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86600" y="411480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●  17:00 - 19:30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41148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2.50 ชม.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86600" y="475488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4754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🚌  สายรถของแต่ละคน · 5 พนักงาน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86600" y="530352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5303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2.50 ชั่วโมง × 5 คน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3 · Workflow อนุมัติ + รายงาน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Approval Flow &amp; Reports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การอนุมัติ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Office (2 step)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957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651760" y="22860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3957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6974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3957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6974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เสร็จ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ผลิต (3 step)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21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023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651760" y="36118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3721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4023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663440" y="36118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721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ผจก.โรงงาน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4023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675120" y="36118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721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4023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เสร็จ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572000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4736592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736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★</a:t>
            </a:r>
            <a:endParaRPr lang="en-US" sz="990" dirty="0"/>
          </a:p>
        </p:txBody>
      </p:sp>
      <p:sp>
        <p:nvSpPr>
          <p:cNvPr id="39" name="Text 37"/>
          <p:cNvSpPr/>
          <p:nvPr/>
        </p:nvSpPr>
        <p:spPr>
          <a:xfrm>
            <a:off x="132588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 คลิกเดียวจบ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2588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ไม่ต้องผ่าน 2-3 step — fast-track ตรงไป APPROVED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169164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0" y="1691640"/>
            <a:ext cx="51206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  รายงาน + Excel Export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6656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ดูข้อมูลในตาราง + กรอง + ดาวน์โหลด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66560" y="4572000"/>
            <a:ext cx="4754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14754" y="3566160"/>
            <a:ext cx="502920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23314" y="46177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ม.ค.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65869" y="3200400"/>
            <a:ext cx="502920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74429" y="46177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ก.พ.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516983" y="3840480"/>
            <a:ext cx="502920" cy="731520"/>
          </a:xfrm>
          <a:prstGeom prst="rect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25543" y="46177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มี.ค.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268097" y="2926080"/>
            <a:ext cx="502920" cy="164592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76657" y="46177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เม.ย.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019211" y="3383280"/>
            <a:ext cx="502920" cy="1188720"/>
          </a:xfrm>
          <a:prstGeom prst="rect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27771" y="46177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พ.ค.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770326" y="3017520"/>
            <a:ext cx="502920" cy="155448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678886" y="46177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มิ.ย.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66560" y="4937760"/>
            <a:ext cx="4754880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0372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  Leave Monthly Report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515600" y="498348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0" y="4983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 ↓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766560" y="5394960"/>
            <a:ext cx="4754880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0372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  OT Summary Report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0515600" y="544068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15600" y="5440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 ↓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 AMS?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ฟีเจอร์เด่นที่ทำให้ระบบนี้ใช้งานได้จริงในองค์กร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20240"/>
            <a:ext cx="73152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🇹🇭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4173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พ.ศ. ทั้งระบบ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วันที่ทุกหน้าใช้ปฏิทินไทย ผู้ใช้คุ้นเคย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920240"/>
            <a:ext cx="7315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📧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53035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ครบทุกขั้นตอน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หัวเมลสีตามสถานะ + ลิงก์เข้าระบบ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92024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22402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🔐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91897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ระดับสิทธิ์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 · ผจก.แผนก · ผจก.โรงงาน · HR · Admin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57600"/>
            <a:ext cx="73152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⚡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14173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Carry-over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วันลาเหลือ → โอนปีหน้าอัตโนมัติ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365760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977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53035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ตั้งเวลาตัดยอดสร้าง/อนุมัติได้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3657600"/>
            <a:ext cx="7315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49640" y="39776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</a:t>
            </a:r>
            <a:endParaRPr lang="en-US" sz="1210" dirty="0"/>
          </a:p>
        </p:txBody>
      </p:sp>
      <p:sp>
        <p:nvSpPr>
          <p:cNvPr id="40" name="Text 38"/>
          <p:cNvSpPr/>
          <p:nvPr/>
        </p:nvSpPr>
        <p:spPr>
          <a:xfrm>
            <a:off x="91897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+ Excel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897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กรองแล้วดาวน์โหลดได้ทันที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พร้อมใช้งานวันนี้ — รองรับ 460+ พนักงาน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— Attendance Management System</dc:title>
  <dc:subject>PptxGenJS Presentation</dc:subject>
  <dc:creator>AMS Team</dc:creator>
  <cp:lastModifiedBy>AMS Team</cp:lastModifiedBy>
  <cp:revision>1</cp:revision>
  <dcterms:created xsi:type="dcterms:W3CDTF">2026-06-05T04:42:16Z</dcterms:created>
  <dcterms:modified xsi:type="dcterms:W3CDTF">2026-06-05T04:42:16Z</dcterms:modified>
</cp:coreProperties>
</file>